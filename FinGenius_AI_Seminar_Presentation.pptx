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6"/>
    <p:sldId id="278" r:id="rId5"/>
    <p:sldId id="27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524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24.xml"/><Relationship Id="rId5" Type="http://schemas.openxmlformats.org/officeDocument/2006/relationships/slide" Target="slides/slide23.xml"/><Relationship Id="rId6" Type="http://schemas.openxmlformats.org/officeDocument/2006/relationships/slide" Target="slides/slide2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CF802-7A8E-457E-A5BB-57F8C9324F60}" type="datetimeFigureOut">
              <a:rPr lang="en-IN" smtClean="0"/>
              <a:t>05-05-2026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C804C7-360D-450D-BC04-5CAF27F06F4D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8765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692400"/>
            <a:ext cx="9144000" cy="2565400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81F91226-0855-4612-8AE1-CA28EACD552C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IN" dirty="0"/>
              <a:t>Integration of cloud manufacturing and cyber-physical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B1087A-E70F-AB0D-EEB4-08B772F124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52461" y="254289"/>
            <a:ext cx="6287077" cy="214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259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01"/>
            <a:ext cx="10515600" cy="1325563"/>
          </a:xfrm>
        </p:spPr>
        <p:txBody>
          <a:bodyPr/>
          <a:lstStyle>
            <a:lvl1pPr>
              <a:defRPr b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23697"/>
            <a:ext cx="10515600" cy="4589176"/>
          </a:xfrm>
        </p:spPr>
        <p:txBody>
          <a:bodyPr>
            <a:normAutofit/>
          </a:bodyPr>
          <a:lstStyle>
            <a:lvl1pPr>
              <a:defRPr sz="260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260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60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 sz="260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 sz="260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IN" dirty="0"/>
              <a:t>Integration of cloud manufacturing and cyber-physical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B1087A-E70F-AB0D-EEB4-08B772F124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71180" y="185738"/>
            <a:ext cx="1787758" cy="60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5359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14073F-E1D1-43BC-899B-B681F8130535}" type="datetime1">
              <a:rPr lang="en-IN" smtClean="0"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dirty="0"/>
              <a:t>Integration of cloud manufacturing and cyber-physical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F866A-337D-4737-BA1D-67906794DCEC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7371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1"/>
              <a:t>FinGenius AI - Smart Personal Finance Tracker</a:t>
            </a:r>
          </a:p>
          <a:p>
            <a:r>
              <a:rPr b="1"/>
              <a:t>An AI Powered MERN Stack Application for Expense, Budget and Goal Management</a:t>
            </a:r>
          </a:p>
          <a:p>
            <a:r>
              <a:rPr b="1"/>
              <a:t>Name:</a:t>
            </a:r>
            <a:r>
              <a:rPr b="0"/>
              <a:t> [Student Name]</a:t>
            </a:r>
          </a:p>
          <a:p>
            <a:r>
              <a:rPr b="1"/>
              <a:t>Regr No.:</a:t>
            </a:r>
            <a:r>
              <a:rPr b="0"/>
              <a:t> [Register Number]</a:t>
            </a:r>
          </a:p>
          <a:p>
            <a:r>
              <a:rPr b="0"/>
              <a:t>M.Tech. CSE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81F91226-0855-4612-8AE1-CA28EACD552C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Background and motivation</a:t>
            </a:r>
          </a:p>
          <a:p>
            <a:pPr/>
            <a:r>
              <a:t>Problem statement and objectives</a:t>
            </a:r>
          </a:p>
          <a:p>
            <a:pPr/>
            <a:r>
              <a:t>Existing personal finance tracking methods</a:t>
            </a:r>
          </a:p>
          <a:p>
            <a:pPr/>
            <a:r>
              <a:t>Overview of the proposed system - FinGenius AI</a:t>
            </a:r>
          </a:p>
          <a:p>
            <a:pPr/>
            <a:r>
              <a:t>System architecture and workflow</a:t>
            </a:r>
          </a:p>
          <a:p>
            <a:pPr/>
            <a:r>
              <a:t>Module description and database design</a:t>
            </a:r>
          </a:p>
          <a:p>
            <a:pPr/>
            <a:r>
              <a:t>Advantages and limitations of the approach</a:t>
            </a:r>
          </a:p>
          <a:p>
            <a:pPr/>
            <a:r>
              <a:t>Conclusion and future scope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Most people find it difficult to track daily expenses, income, and savings in one place.</a:t>
            </a:r>
          </a:p>
          <a:p>
            <a:pPr/>
            <a:r>
              <a:t>Free tools rarely provide intelligent, personalised financial advice.</a:t>
            </a:r>
          </a:p>
          <a:p>
            <a:pPr/>
            <a:r>
              <a:t>A web based application is proposed that combines expense, income, budget, and goal tracking with an AI chat assistant, receipt scanning, and voice entry.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Managing personal finance is a challenge faced by most individuals today</a:t>
            </a:r>
          </a:p>
          <a:p>
            <a:pPr/>
            <a:r>
              <a:t>Traditional methods (notebooks, spreadsheets) are manual and offer no insights</a:t>
            </a:r>
          </a:p>
          <a:p>
            <a:pPr/>
            <a:r>
              <a:t>FinGenius AI is a smart personal finance tracker built on the MERN stack</a:t>
            </a:r>
          </a:p>
          <a:p>
            <a:pPr/>
            <a:r>
              <a:t>Integrates Google Gemini AI to answer questions about the user's own data</a:t>
            </a:r>
          </a:p>
          <a:p>
            <a:pPr lvl="1"/>
            <a:r>
              <a:t>Acts like a personal financial advisor</a:t>
            </a:r>
          </a:p>
          <a:p>
            <a:pPr/>
            <a:r>
              <a:t>Supports receipt scanning (OCR) and voice based expense entry</a:t>
            </a:r>
          </a:p>
          <a:p>
            <a:pPr/>
            <a:r>
              <a:t>Provides dashboards, budgets, goals, and analytics in a single platform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Existing Methods for Personal Finance Tracking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411480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rPr b="1" sz="1400"/>
                        <a:t>S. 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Limitation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Manual /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Writing income and expenses by 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Slow, error-prone, no analysis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Spreadsheet (Excel)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Recording transactions with manual formulas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Needs technical effort, no AI insight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Mobile Banking Apps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Shows transactions of one bank 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No categorisation, no cash tracking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Third-Party Finance Apps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Apps like Money Manager, Walnut, Mint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Advanced features often paid, privacy concerns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Problems in Existing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Limited intelligence - most tools only record data, without suggestions</a:t>
            </a:r>
          </a:p>
          <a:p>
            <a:pPr/>
            <a:r>
              <a:t>No AI chatbot to answer natural language questions about spending</a:t>
            </a:r>
          </a:p>
          <a:p>
            <a:pPr/>
            <a:r>
              <a:t>No receipt scanning support in most free versions</a:t>
            </a:r>
          </a:p>
          <a:p>
            <a:pPr/>
            <a:r>
              <a:t>Very few apps support voice based expense entry</a:t>
            </a:r>
          </a:p>
          <a:p>
            <a:pPr/>
            <a:r>
              <a:t>Privacy concerns - many apps need access to bank SMS or accounts</a:t>
            </a:r>
          </a:p>
          <a:p>
            <a:pPr/>
            <a:r>
              <a:t>Useful features like analytics and budget alerts are often paid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 of Proposed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FinGenius AI - an AI powered personal finance tracker</a:t>
            </a:r>
          </a:p>
          <a:p>
            <a:pPr/>
            <a:r>
              <a:t>Built using the MERN stack (MongoDB, Express.js, React, Node.js)</a:t>
            </a:r>
          </a:p>
          <a:p>
            <a:pPr/>
            <a:r>
              <a:t>Client-server architecture with RESTful APIs</a:t>
            </a:r>
          </a:p>
          <a:p>
            <a:pPr/>
            <a:r>
              <a:t>Google Gemini AI integrated as a chat based financial assistant</a:t>
            </a:r>
          </a:p>
          <a:p>
            <a:pPr/>
            <a:r>
              <a:t>Modern glassmorphism UI with dark and light theme support</a:t>
            </a:r>
          </a:p>
          <a:p>
            <a:pPr/>
            <a:r>
              <a:t>Fully responsive - works on desktop, tablet, and mobile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Presentation Layer - React.js with Tailwind CSS</a:t>
            </a:r>
          </a:p>
          <a:p>
            <a:pPr lvl="1"/>
            <a:r>
              <a:t>Dashboard, Expenses, Income, Budget, Goals, Analytics, AI Chat</a:t>
            </a:r>
          </a:p>
          <a:p>
            <a:pPr/>
            <a:r>
              <a:t>Business Logic Layer - Node.js with Express.js</a:t>
            </a:r>
          </a:p>
          <a:p>
            <a:pPr lvl="1"/>
            <a:r>
              <a:t>Auth, Expense, Income, Budget, Goal, Analytics, Chat, OCR controllers</a:t>
            </a:r>
          </a:p>
          <a:p>
            <a:pPr/>
            <a:r>
              <a:t>Middleware Layer - JWT authentication, rate limiter, validator</a:t>
            </a:r>
          </a:p>
          <a:p>
            <a:pPr/>
            <a:r>
              <a:t>Data and AI Layer - MongoDB Atlas, Google Gemini AI, Tesseract.js OCR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Diagram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3566160" y="1371600"/>
            <a:ext cx="5029200" cy="822960"/>
          </a:xfrm>
          <a:prstGeom prst="rect">
            <a:avLst/>
          </a:prstGeom>
          <a:solidFill>
            <a:srgbClr val="5B9BD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Presentation Layer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(React + Tailwind CSS)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94560"/>
            <a:ext cx="0" cy="274319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66160" y="2468880"/>
            <a:ext cx="5029200" cy="822960"/>
          </a:xfrm>
          <a:prstGeom prst="rect">
            <a:avLst/>
          </a:prstGeom>
          <a:solidFill>
            <a:srgbClr val="ED7D3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Business Logic Layer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(Node.js + Express.js)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3291840"/>
            <a:ext cx="0" cy="27432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66160" y="3566160"/>
            <a:ext cx="5029200" cy="640080"/>
          </a:xfrm>
          <a:prstGeom prst="rect">
            <a:avLst/>
          </a:prstGeom>
          <a:solidFill>
            <a:srgbClr val="A5A5A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Middleware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(JWT Auth, Rate Limiter, Validator)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4206240"/>
            <a:ext cx="0" cy="274319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645920" y="4480560"/>
            <a:ext cx="2651760" cy="822960"/>
          </a:xfrm>
          <a:prstGeom prst="rect">
            <a:avLst/>
          </a:prstGeom>
          <a:solidFill>
            <a:srgbClr val="4472C4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MongoDB Atlas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(Database)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4480560"/>
            <a:ext cx="2651760" cy="822960"/>
          </a:xfrm>
          <a:prstGeom prst="rect">
            <a:avLst/>
          </a:prstGeom>
          <a:solidFill>
            <a:srgbClr val="70AD4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Google Gemini AI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(Chat Assistant)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4480560"/>
            <a:ext cx="2651760" cy="822960"/>
          </a:xfrm>
          <a:prstGeom prst="rect">
            <a:avLst/>
          </a:prstGeom>
          <a:solidFill>
            <a:srgbClr val="FFC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Tesseract.js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(OCR Engine)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User registers and logs in using a JWT secured account</a:t>
            </a:r>
          </a:p>
          <a:p>
            <a:pPr/>
            <a:r>
              <a:t>Dashboard shows balance, income, expense, and savings summary</a:t>
            </a:r>
          </a:p>
          <a:p>
            <a:pPr/>
            <a:r>
              <a:t>User adds transactions - manually, via receipt scan, or by voice</a:t>
            </a:r>
          </a:p>
          <a:p>
            <a:pPr/>
            <a:r>
              <a:t>User creates monthly budgets and sets financial goals</a:t>
            </a:r>
          </a:p>
          <a:p>
            <a:pPr/>
            <a:r>
              <a:t>Analytics module shows trends using interactive charts</a:t>
            </a:r>
          </a:p>
          <a:p>
            <a:pPr/>
            <a:r>
              <a:t>User can chat with the Gemini AI assistant about their own finances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Authentication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Registration with name, email, and password</a:t>
            </a:r>
          </a:p>
          <a:p>
            <a:pPr/>
            <a:r>
              <a:t>Passwords hashed using bcryptjs with 12 salt rounds</a:t>
            </a:r>
          </a:p>
          <a:p>
            <a:pPr/>
            <a:r>
              <a:t>Login generates a JWT token valid for 7 days</a:t>
            </a:r>
          </a:p>
          <a:p>
            <a:pPr lvl="1"/>
            <a:r>
              <a:t>Token used to authorise all further API requests</a:t>
            </a:r>
          </a:p>
          <a:p>
            <a:pPr/>
            <a:r>
              <a:t>Forgot password and reset password via email link</a:t>
            </a:r>
          </a:p>
          <a:p>
            <a:pPr/>
            <a:r>
              <a:t>Protected routes redirect unauthenticated users to login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Shows Total Balance, Monthly Income, Monthly Expense, Monthly Savings</a:t>
            </a:r>
          </a:p>
          <a:p>
            <a:pPr lvl="1"/>
            <a:r>
              <a:t>Each card also shows percentage change from previous month</a:t>
            </a:r>
          </a:p>
          <a:p>
            <a:pPr/>
            <a:r>
              <a:t>Quick action buttons - Add Expense, Add Income, AI Chat, Scan Receipt</a:t>
            </a:r>
          </a:p>
          <a:p>
            <a:pPr/>
            <a:r>
              <a:t>Income vs Expense chart and Expense by Category chart</a:t>
            </a:r>
          </a:p>
          <a:p>
            <a:pPr/>
            <a:r>
              <a:t>Personalised greeting based on time of day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Expense and Income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Add, edit, and delete expenses with category, amount, date, payment method</a:t>
            </a:r>
          </a:p>
          <a:p>
            <a:pPr/>
            <a:r>
              <a:t>Add income entries with source, amount, date, and recurring option</a:t>
            </a:r>
          </a:p>
          <a:p>
            <a:pPr lvl="1"/>
            <a:r>
              <a:t>Sources: Salary, Freelancing, Investments, Business, Rental, Other</a:t>
            </a:r>
          </a:p>
          <a:p>
            <a:pPr/>
            <a:r>
              <a:t>Search and filter transactions by description or category</a:t>
            </a:r>
          </a:p>
          <a:p>
            <a:pPr/>
            <a:r>
              <a:t>Export option to download transaction data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and Goal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Budget module - set monthly spending limits per category</a:t>
            </a:r>
          </a:p>
          <a:p>
            <a:pPr lvl="1"/>
            <a:r>
              <a:t>Progress bars track actual spending against the set limit</a:t>
            </a:r>
          </a:p>
          <a:p>
            <a:pPr/>
            <a:r>
              <a:t>Goal module - create savings goals with a target amount and date</a:t>
            </a:r>
          </a:p>
          <a:p>
            <a:pPr lvl="1"/>
            <a:r>
              <a:t>Users can contribute towards a goal and track progress</a:t>
            </a:r>
          </a:p>
          <a:p>
            <a:pPr lvl="1"/>
            <a:r>
              <a:t>Goals organised as Active, Achieved, Paused, and All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Analytics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Monthly Expense Trend - last 12 months as a line chart</a:t>
            </a:r>
          </a:p>
          <a:p>
            <a:pPr/>
            <a:r>
              <a:t>Income vs Expense - comparison chart over 12 months</a:t>
            </a:r>
          </a:p>
          <a:p>
            <a:pPr/>
            <a:r>
              <a:t>Expense by Category - pie / donut chart for the current month</a:t>
            </a:r>
          </a:p>
          <a:p>
            <a:pPr/>
            <a:r>
              <a:t>Savings Trend - shows income minus expense over time</a:t>
            </a:r>
          </a:p>
          <a:p>
            <a:pPr/>
            <a:r>
              <a:t>Charts built using the Recharts library, update in real time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Chat Module (Gemini 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Google Gemini 1.5 Flash used as a personal financial advisor</a:t>
            </a:r>
          </a:p>
          <a:p>
            <a:pPr/>
            <a:r>
              <a:t>Backend sends the user's financial summary along with the question</a:t>
            </a:r>
          </a:p>
          <a:p>
            <a:pPr lvl="1"/>
            <a:r>
              <a:t>Expenses by category, income, budget status, active goals, recent transactions</a:t>
            </a:r>
          </a:p>
          <a:p>
            <a:pPr/>
            <a:r>
              <a:t>Users can ask - "How much did I spend this month?", "Can I afford a laptop?"</a:t>
            </a:r>
          </a:p>
          <a:p>
            <a:pPr/>
            <a:r>
              <a:t>Chat history is saved and shown in a sidebar for later reference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Receipt OCR and Voice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Receipt OCR - uses Tesseract.js to read text from a receipt image</a:t>
            </a:r>
          </a:p>
          <a:p>
            <a:pPr lvl="1"/>
            <a:r>
              <a:t>Extracts merchant name, amount, date, and suggests a category</a:t>
            </a:r>
          </a:p>
          <a:p>
            <a:pPr/>
            <a:r>
              <a:t>Voice Entry - uses the browser's Web Speech API</a:t>
            </a:r>
          </a:p>
          <a:p>
            <a:pPr lvl="1"/>
            <a:r>
              <a:t>User can say "I spent 250 rupees on petrol" to log an expense</a:t>
            </a:r>
          </a:p>
          <a:p>
            <a:pPr/>
            <a:r>
              <a:t>Both features reduce the effort of manual data entry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Design (MongoDB)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MongoDB Atlas used as the cloud database</a:t>
            </a:r>
          </a:p>
          <a:p>
            <a:pPr/>
            <a:r>
              <a:t>User collection - stores name, email, hashed password</a:t>
            </a:r>
          </a:p>
          <a:p>
            <a:pPr/>
            <a:r>
              <a:t>Expense and Income collections - linked to a user by userId</a:t>
            </a:r>
          </a:p>
          <a:p>
            <a:pPr/>
            <a:r>
              <a:t>Budget collection - monthly limit per category</a:t>
            </a:r>
          </a:p>
          <a:p>
            <a:pPr/>
            <a:r>
              <a:t>Goal collection - target amount, current amount, contributions</a:t>
            </a:r>
          </a:p>
          <a:p>
            <a:pPr/>
            <a:r>
              <a:t>Chat and Notification collections - AI conversations and alerts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32320"/>
              </a:tblGrid>
              <a:tr h="548640">
                <a:tc>
                  <a:txBody>
                    <a:bodyPr/>
                    <a:lstStyle/>
                    <a:p>
                      <a:r>
                        <a:rPr b="1" sz="140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Purpose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React.js + Vite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Frontend user interface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Tailwind 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Responsive glassmorphism styling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Node.js + Express.js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Backend server and REST APIs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MongoDB + Mongoose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Database and schema modelling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JWT + bcryptjs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Authentication and password security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Google Gemini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AI chat assistant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Tesseract.js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Receipt OCR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Web Speech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Voice based expense entry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Recharts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Analytics charts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Advantages of Proposed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AI powered insights based on the user's real financial data</a:t>
            </a:r>
          </a:p>
          <a:p>
            <a:pPr/>
            <a:r>
              <a:t>Multiple ways to log expenses - manual, receipt scan, voice</a:t>
            </a:r>
          </a:p>
          <a:p>
            <a:pPr/>
            <a:r>
              <a:t>Completely free with all features unlocked</a:t>
            </a:r>
          </a:p>
          <a:p>
            <a:pPr/>
            <a:r>
              <a:t>Modern, responsive user interface with dark and light mode</a:t>
            </a:r>
          </a:p>
          <a:p>
            <a:pPr/>
            <a:r>
              <a:t>Secure - JWT authentication and hashed passwords</a:t>
            </a:r>
          </a:p>
          <a:p>
            <a:pPr/>
            <a:r>
              <a:t>Combines expense, income, budget, goal, and analytics in one app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No direct bank account integration - entries are manual or scanned</a:t>
            </a:r>
          </a:p>
          <a:p>
            <a:pPr/>
            <a:r>
              <a:t>Requires an internet connection for all operations</a:t>
            </a:r>
          </a:p>
          <a:p>
            <a:pPr/>
            <a:r>
              <a:t>OCR accuracy depends on image quality of the receipt</a:t>
            </a:r>
          </a:p>
          <a:p>
            <a:pPr/>
            <a:r>
              <a:t>Voice recognition works best in Chrome or Edge browsers</a:t>
            </a:r>
          </a:p>
          <a:p>
            <a:pPr/>
            <a:r>
              <a:t>Designed for a single user, not for shared family accounts</a:t>
            </a:r>
          </a:p>
          <a:p>
            <a:pPr/>
            <a:r>
              <a:t>AI chat feature depends on the Gemini API being available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with Existing System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21615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01752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rPr b="1" sz="140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Manual / Excel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Typical Finance Apps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FinGenius AI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None / 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Varies by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JWT + bcrypt hashing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AI Assistance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Not 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Rare or 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Gemini AI chatbot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Expense 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Manual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Manual 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Manual, OCR, and voice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Budget Planning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Manual formulas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Basic, often paid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Category wise with alerts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Basic charts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Standard charts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Interactive Recharts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Free to paid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Free for this project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Bank account and UPI integration for automatic transaction import</a:t>
            </a:r>
          </a:p>
          <a:p>
            <a:pPr/>
            <a:r>
              <a:t>Improving OCR accuracy for a wider variety of receipt formats</a:t>
            </a:r>
          </a:p>
          <a:p>
            <a:pPr/>
            <a:r>
              <a:t>Multi-language support for UI and voice entry</a:t>
            </a:r>
          </a:p>
          <a:p>
            <a:pPr/>
            <a:r>
              <a:t>Investment tracking alongside income and expenses</a:t>
            </a:r>
          </a:p>
          <a:p>
            <a:pPr/>
            <a:r>
              <a:t>Predictive expense forecasting using past spending patterns</a:t>
            </a:r>
          </a:p>
          <a:p>
            <a:pPr/>
            <a:r>
              <a:t>Dedicated mobile application with push notifications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FinGenius AI combines the MERN stack with Gemini AI for smarter finance tracking</a:t>
            </a:r>
          </a:p>
          <a:p>
            <a:pPr/>
            <a:r>
              <a:t>Covers expenses, income, budgets, goals, and analytics in one platform</a:t>
            </a:r>
          </a:p>
          <a:p>
            <a:pPr/>
            <a:r>
              <a:t>Receipt OCR and voice entry reduce the effort of manual data entry</a:t>
            </a:r>
          </a:p>
          <a:p>
            <a:pPr/>
            <a:r>
              <a:t>AI chat assistant gives personalised, data based financial answers</a:t>
            </a:r>
          </a:p>
          <a:p>
            <a:pPr/>
            <a:r>
              <a:t>Provides a strong, extensible foundation for future enhancement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AC52C39-07A3-44A7-82EA-9601952F94FE}" type="datetime1">
              <a:rPr lang="en-IN" smtClean="0"/>
              <a:pPr/>
              <a:t>05-05-2026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t>FinGenius AI - Smart Personal Finance Tracker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C2DF866A-337D-4737-BA1D-67906794DCEC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1285</TotalTime>
  <Words>1305</Words>
  <Application>Microsoft Office PowerPoint</Application>
  <PresentationFormat>Widescreen</PresentationFormat>
  <Paragraphs>341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Presentation Outline</vt:lpstr>
      <vt:lpstr>Problem Statement</vt:lpstr>
      <vt:lpstr>Introduction</vt:lpstr>
      <vt:lpstr>Literature Survey</vt:lpstr>
      <vt:lpstr>Literature Survey (contd.)</vt:lpstr>
      <vt:lpstr>Background of Manufacturing Systems</vt:lpstr>
      <vt:lpstr>Industry 4.0 Overview</vt:lpstr>
      <vt:lpstr>Cyber-Physical Systems (CPS)</vt:lpstr>
      <vt:lpstr>Cloud Computing in Manufacturing</vt:lpstr>
      <vt:lpstr>Cloud Manufacturing Concept</vt:lpstr>
      <vt:lpstr>Integration Challenges</vt:lpstr>
      <vt:lpstr>Role of Communication Protocols</vt:lpstr>
      <vt:lpstr>OPC UA Overview</vt:lpstr>
      <vt:lpstr>Why OPC UA for CMfg</vt:lpstr>
      <vt:lpstr>Proposed Hybrid Architecture</vt:lpstr>
      <vt:lpstr>Architecture</vt:lpstr>
      <vt:lpstr>Physical Layer</vt:lpstr>
      <vt:lpstr>Virtual/Digital Twin Layer</vt:lpstr>
      <vt:lpstr>Cloud Service Layer</vt:lpstr>
      <vt:lpstr>Application Layer</vt:lpstr>
      <vt:lpstr>Working Principle – Block diagram</vt:lpstr>
      <vt:lpstr>Advantages of Proposed Approach</vt:lpstr>
      <vt:lpstr>Challenges and limitations</vt:lpstr>
      <vt:lpstr>Future Work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Thiyagarajan</dc:creator>
  <cp:lastModifiedBy>Seshapriyan T</cp:lastModifiedBy>
  <cp:revision>388</cp:revision>
  <dcterms:created xsi:type="dcterms:W3CDTF">2026-01-25T06:52:55Z</dcterms:created>
  <dcterms:modified xsi:type="dcterms:W3CDTF">2026-05-05T03:46:08Z</dcterms:modified>
</cp:coreProperties>
</file>